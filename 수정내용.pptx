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B10CD-7670-1746-BB47-C92ED476A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7ED629-2BE7-DA54-BAA0-2AAA12F1D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E753B-2A0A-3DC9-BE2F-6BCFBF03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CFD9CA-7AEF-8EB9-699B-AA11E051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08B12C-DDF2-E221-2806-ED16416E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83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04A6D-92A7-E2C2-3DB5-5CB26B67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909303-0CA4-7790-4AAF-B88214A8F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CFE502-17A8-4D37-C3E2-0259BCCC6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6A243-21EB-3CA8-1FEE-5C238956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37A68-842B-0789-77F1-87DEA05C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91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4AC4D-8289-15E1-6A66-AB6C8BB2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8051B8-2340-25FF-9B74-A49F43CC5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DC53E9-4728-583F-2A1C-0CE2FCB8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BF684-5137-45E6-B01F-EC75B723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231F5F-ED9D-08DF-E26F-F893FE9F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38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9A903-4E1D-F5F9-0CF9-78727155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169C7-DCAB-907B-52FA-706B67F4A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74848B-2697-690C-755C-E7940815E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69AC93-DB77-701C-4F28-71F5E18C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EFD51-C943-A7A9-5633-C6AE6CFEC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8A0DD8-A966-1622-A3AD-BF344293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09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C2C4-DACE-9AFE-320A-814D6B74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FDC0D3-C501-1D7D-75A5-F8618DF7C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969713-50A6-000C-244B-70BA05886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5258E5-930C-11B2-AD9E-A6B39AFC3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A811E8-26EF-373E-D498-54C4A0228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5ED09E-DCE1-417B-5C7E-9964EF6D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26B0B1-8C36-6473-28E0-9C875805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17B47E-5CE9-DF56-223F-A5823502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84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FFD16-3E6D-4600-D183-3D371BD0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4099CD-5DE4-06AF-3DE1-D781C85A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128C54-CCF5-FFCB-9387-4F28892C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ACD21E-A1FC-3A0F-C615-AE265F02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7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23EF05-819D-A3BE-6029-2413818EF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CD18F5-B0DB-758C-906A-9FCEE448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2D3878-A6DD-2A56-7305-7BB39489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78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7121-9006-7EEF-AAB9-DC25CFC76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79C4C5-9691-C25D-419C-7362122D0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6D2E62-AB51-F956-CEB8-3C68C0E39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1AF299-1366-4683-A1CC-34630DF98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695E01-1413-F4D7-295C-C6E15DC8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C7ED36-F344-F7E2-8B02-963CD57E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57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DCF1E-E3A7-DB89-69A3-CD2FDEF2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3CEEB2-95FD-33A8-2F68-CBA0E8F44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3C6368-E8EA-2FBC-1B18-58C594DFF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3C35FF-C6A2-80B8-4DEA-9A486FB8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DBCF61-FE0A-FF03-3844-71718B92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C79CD6-DC72-99AF-EE9D-C997F225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22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CCE0B-0A54-5339-E4B2-E1D482AA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EC7946-3676-D27C-169F-A2512E5DE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A85F9E-0FD3-7BD3-295B-50349942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867F52-2FB1-CC21-EAEC-922CA8BE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EB2A3F-930B-7C1F-4187-20824230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38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73843D-9329-6FAE-404F-8CE3B818B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9610-2958-9816-0C16-47F3D6FA4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7A29CE-F514-CC62-52D9-402E43BE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C194A0-08DB-520C-A32E-342F731D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D40EEC-361B-A348-25A5-075CFCD1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252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86DFD6-0D80-2DB1-34DC-C0145E451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E84FFE-252C-2A99-1CA6-EB9ACC01A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36DB3-C88B-1E78-ACE5-F0D9042BE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FC90D-E441-4350-8CE4-06F67A5D16A2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68377-0C07-F0A1-3967-9ADF1A6CE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7EB7F-B699-E6EB-1AFD-99EBAF461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E5F56-BE32-4980-A692-DAFD518DA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8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ABEA1-D73C-F5B6-F8A3-D319C51B1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9A3A87-7CA2-A043-9BED-CCEFD0B24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981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BB5877-1C51-89A5-4A87-3DAA5DB5F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678" y="225054"/>
            <a:ext cx="7239647" cy="544708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178364-5257-C559-8454-88C2A63F4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11219"/>
            <a:ext cx="3028467" cy="171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4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873081-EA13-5F3B-FF45-7605C32D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4677"/>
            <a:ext cx="12192000" cy="464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77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400AB6-FB43-541F-4BD0-AD7B29F98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097"/>
            <a:ext cx="12192000" cy="50838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7C13AE-B8D2-9AED-4E10-C535D9BDD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57" y="3806022"/>
            <a:ext cx="3028467" cy="1715887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2AF31A5-56B0-89E8-5E3C-C09C64378E97}"/>
              </a:ext>
            </a:extLst>
          </p:cNvPr>
          <p:cNvCxnSpPr>
            <a:cxnSpLocks/>
          </p:cNvCxnSpPr>
          <p:nvPr/>
        </p:nvCxnSpPr>
        <p:spPr>
          <a:xfrm>
            <a:off x="1340527" y="5273336"/>
            <a:ext cx="133166" cy="0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3D780BDE-1976-0F53-ECE4-0A89A9100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275" y="4349639"/>
            <a:ext cx="3981450" cy="73726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932AD8-A8B8-88E6-D232-D3DC88BE7C70}"/>
              </a:ext>
            </a:extLst>
          </p:cNvPr>
          <p:cNvSpPr/>
          <p:nvPr/>
        </p:nvSpPr>
        <p:spPr>
          <a:xfrm>
            <a:off x="4740676" y="4483223"/>
            <a:ext cx="506027" cy="443884"/>
          </a:xfrm>
          <a:prstGeom prst="rect">
            <a:avLst/>
          </a:prstGeom>
          <a:solidFill>
            <a:schemeClr val="accent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C8EAC3-5F1C-9E62-C1B3-88272D075A00}"/>
              </a:ext>
            </a:extLst>
          </p:cNvPr>
          <p:cNvSpPr/>
          <p:nvPr/>
        </p:nvSpPr>
        <p:spPr>
          <a:xfrm>
            <a:off x="5295648" y="4496329"/>
            <a:ext cx="506027" cy="443884"/>
          </a:xfrm>
          <a:prstGeom prst="rect">
            <a:avLst/>
          </a:prstGeom>
          <a:solidFill>
            <a:schemeClr val="accent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CF915D1-F5C1-4BFE-33F0-E7B2EF05299D}"/>
              </a:ext>
            </a:extLst>
          </p:cNvPr>
          <p:cNvSpPr/>
          <p:nvPr/>
        </p:nvSpPr>
        <p:spPr>
          <a:xfrm>
            <a:off x="5855954" y="4496329"/>
            <a:ext cx="506027" cy="443884"/>
          </a:xfrm>
          <a:prstGeom prst="rect">
            <a:avLst/>
          </a:prstGeom>
          <a:solidFill>
            <a:schemeClr val="accent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B3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F15B14-5ACC-E7CC-2387-9B819FD7AE67}"/>
              </a:ext>
            </a:extLst>
          </p:cNvPr>
          <p:cNvSpPr/>
          <p:nvPr/>
        </p:nvSpPr>
        <p:spPr>
          <a:xfrm>
            <a:off x="6403761" y="4496329"/>
            <a:ext cx="506027" cy="443884"/>
          </a:xfrm>
          <a:prstGeom prst="rect">
            <a:avLst/>
          </a:prstGeom>
          <a:solidFill>
            <a:srgbClr val="FFFF00">
              <a:alpha val="5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6EF874-E1AE-6551-FDCB-82D7A953FCB4}"/>
              </a:ext>
            </a:extLst>
          </p:cNvPr>
          <p:cNvSpPr/>
          <p:nvPr/>
        </p:nvSpPr>
        <p:spPr>
          <a:xfrm>
            <a:off x="6951568" y="4496329"/>
            <a:ext cx="506027" cy="443884"/>
          </a:xfrm>
          <a:prstGeom prst="rect">
            <a:avLst/>
          </a:prstGeom>
          <a:solidFill>
            <a:srgbClr val="FFC000">
              <a:alpha val="8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A00F93-CB2B-EBCC-BC9C-22B2C1748D88}"/>
              </a:ext>
            </a:extLst>
          </p:cNvPr>
          <p:cNvSpPr/>
          <p:nvPr/>
        </p:nvSpPr>
        <p:spPr>
          <a:xfrm>
            <a:off x="7519039" y="4496329"/>
            <a:ext cx="506027" cy="443884"/>
          </a:xfrm>
          <a:prstGeom prst="rect">
            <a:avLst/>
          </a:prstGeom>
          <a:solidFill>
            <a:srgbClr val="FF0000">
              <a:alpha val="8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X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611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4612AF-F010-BBFF-0693-8F82EFCBD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09" y="2194157"/>
            <a:ext cx="6755292" cy="35703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B95693-B06F-4505-61CF-B58CF334A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02" y="507141"/>
            <a:ext cx="7292266" cy="1687016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654F5DA-626C-8221-4637-10F81A01C7CD}"/>
              </a:ext>
            </a:extLst>
          </p:cNvPr>
          <p:cNvSpPr/>
          <p:nvPr/>
        </p:nvSpPr>
        <p:spPr>
          <a:xfrm>
            <a:off x="3187083" y="507141"/>
            <a:ext cx="3400148" cy="50491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3112F6C-E45C-AD56-A6B9-D4F55BDFF931}"/>
              </a:ext>
            </a:extLst>
          </p:cNvPr>
          <p:cNvCxnSpPr>
            <a:stCxn id="6" idx="3"/>
          </p:cNvCxnSpPr>
          <p:nvPr/>
        </p:nvCxnSpPr>
        <p:spPr>
          <a:xfrm>
            <a:off x="6587231" y="759598"/>
            <a:ext cx="1722270" cy="216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2663E7B-48BE-2487-8C3B-09EE23F91BA3}"/>
              </a:ext>
            </a:extLst>
          </p:cNvPr>
          <p:cNvSpPr txBox="1"/>
          <p:nvPr/>
        </p:nvSpPr>
        <p:spPr>
          <a:xfrm>
            <a:off x="8392359" y="581180"/>
            <a:ext cx="3799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임부금기약물</a:t>
            </a:r>
            <a:r>
              <a:rPr lang="ko-KR" altLang="en-US" sz="2000" b="1" dirty="0"/>
              <a:t> 마스터 검색 엔진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DB883EA-A009-2C1A-2433-B8C1F66E4DF4}"/>
              </a:ext>
            </a:extLst>
          </p:cNvPr>
          <p:cNvCxnSpPr/>
          <p:nvPr/>
        </p:nvCxnSpPr>
        <p:spPr>
          <a:xfrm>
            <a:off x="5050226" y="1438185"/>
            <a:ext cx="367979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5A2CBCE-0BEB-DD27-1509-D84F5B5174D3}"/>
              </a:ext>
            </a:extLst>
          </p:cNvPr>
          <p:cNvSpPr txBox="1"/>
          <p:nvPr/>
        </p:nvSpPr>
        <p:spPr>
          <a:xfrm>
            <a:off x="8700117" y="1207363"/>
            <a:ext cx="2805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제품명</a:t>
            </a:r>
            <a:r>
              <a:rPr lang="en-US" altLang="ko-KR" b="1" dirty="0"/>
              <a:t> </a:t>
            </a:r>
            <a:r>
              <a:rPr lang="ko-KR" altLang="en-US" b="1" dirty="0"/>
              <a:t>또는 </a:t>
            </a:r>
            <a:r>
              <a:rPr lang="ko-KR" altLang="en-US" b="1" dirty="0" err="1"/>
              <a:t>성분명</a:t>
            </a:r>
            <a:r>
              <a:rPr lang="ko-KR" altLang="en-US" b="1" dirty="0"/>
              <a:t> 입력</a:t>
            </a:r>
            <a:r>
              <a:rPr lang="en-US" altLang="ko-KR" b="1" dirty="0"/>
              <a:t>, </a:t>
            </a:r>
          </a:p>
          <a:p>
            <a:r>
              <a:rPr lang="ko-KR" altLang="en-US" b="1" dirty="0"/>
              <a:t>한글</a:t>
            </a:r>
            <a:r>
              <a:rPr lang="en-US" altLang="ko-KR" b="1" dirty="0"/>
              <a:t>/</a:t>
            </a:r>
            <a:r>
              <a:rPr lang="ko-KR" altLang="en-US" b="1" dirty="0"/>
              <a:t>영어 모두 가능하지만</a:t>
            </a:r>
            <a:r>
              <a:rPr lang="en-US" altLang="ko-KR" b="1" dirty="0"/>
              <a:t>, </a:t>
            </a:r>
            <a:r>
              <a:rPr lang="ko-KR" altLang="en-US" b="1" dirty="0"/>
              <a:t>영어 성분명으로 입력할 때 호주</a:t>
            </a:r>
            <a:r>
              <a:rPr lang="en-US" altLang="ko-KR" b="1" dirty="0"/>
              <a:t>, </a:t>
            </a:r>
            <a:r>
              <a:rPr lang="ko-KR" altLang="en-US" b="1" dirty="0"/>
              <a:t>미국 정보가 잘 나타남</a:t>
            </a:r>
          </a:p>
        </p:txBody>
      </p:sp>
    </p:spTree>
    <p:extLst>
      <p:ext uri="{BB962C8B-B14F-4D97-AF65-F5344CB8AC3E}">
        <p14:creationId xmlns:p14="http://schemas.microsoft.com/office/powerpoint/2010/main" val="4258798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E307CFE-BA63-E640-E818-D5BD5FDBC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02" y="507141"/>
            <a:ext cx="7292266" cy="168701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D4613EE-DDBF-975D-E16F-D3FE2B53B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017" y="3027735"/>
            <a:ext cx="4370773" cy="247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4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BB985A-C4DA-F7DF-4C49-011DD14B6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216" y="0"/>
            <a:ext cx="5482135" cy="327744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4DC0E2-F774-B889-74C1-6BC0C9F1D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82" y="3357987"/>
            <a:ext cx="5311463" cy="3500013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2C7FB4-E74D-3EAD-3E21-FBDF2171D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82" y="0"/>
            <a:ext cx="5311463" cy="327744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F5E90E-42B4-9A62-D1F4-B64F2D5D4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215" y="3357987"/>
            <a:ext cx="5482135" cy="3411196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5C124F-C6A3-A020-EAB4-09567FFBB669}"/>
              </a:ext>
            </a:extLst>
          </p:cNvPr>
          <p:cNvSpPr txBox="1"/>
          <p:nvPr/>
        </p:nvSpPr>
        <p:spPr>
          <a:xfrm>
            <a:off x="2567865" y="2370378"/>
            <a:ext cx="2013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DrugSearch</a:t>
            </a:r>
            <a:r>
              <a:rPr lang="en-US" altLang="ko-KR" b="1" dirty="0"/>
              <a:t>.</a:t>
            </a:r>
            <a:r>
              <a:rPr lang="en-US" altLang="ko-KR" b="1" dirty="0" err="1"/>
              <a:t>tsx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C8CC3-C38E-FDAC-D3E6-C5CE48D3E176}"/>
              </a:ext>
            </a:extLst>
          </p:cNvPr>
          <p:cNvSpPr txBox="1"/>
          <p:nvPr/>
        </p:nvSpPr>
        <p:spPr>
          <a:xfrm>
            <a:off x="7879328" y="2074701"/>
            <a:ext cx="2626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MaterialSearch</a:t>
            </a:r>
            <a:r>
              <a:rPr lang="en-US" altLang="ko-KR" b="1" dirty="0"/>
              <a:t>.</a:t>
            </a:r>
            <a:r>
              <a:rPr lang="en-US" altLang="ko-KR" b="1" dirty="0" err="1"/>
              <a:t>tsx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859915-774F-A499-070C-F0A27286B4FB}"/>
              </a:ext>
            </a:extLst>
          </p:cNvPr>
          <p:cNvSpPr txBox="1"/>
          <p:nvPr/>
        </p:nvSpPr>
        <p:spPr>
          <a:xfrm>
            <a:off x="2743200" y="5326602"/>
            <a:ext cx="197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FeeSearch.tsx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130DB9-9CCD-9D1B-F946-1604281BADF5}"/>
              </a:ext>
            </a:extLst>
          </p:cNvPr>
          <p:cNvSpPr txBox="1"/>
          <p:nvPr/>
        </p:nvSpPr>
        <p:spPr>
          <a:xfrm>
            <a:off x="7308542" y="374370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PregnancyDrugSearch</a:t>
            </a:r>
            <a:r>
              <a:rPr lang="en-US" altLang="ko-KR" b="1" dirty="0"/>
              <a:t>.</a:t>
            </a:r>
            <a:r>
              <a:rPr lang="en-US" altLang="ko-KR" b="1" dirty="0" err="1"/>
              <a:t>tsx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26595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595426-80FA-B645-00E2-C0157FFD2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3975"/>
            <a:ext cx="12192000" cy="54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4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43</Words>
  <Application>Microsoft Office PowerPoint</Application>
  <PresentationFormat>와이드스크린</PresentationFormat>
  <Paragraphs>13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상윤 오</dc:creator>
  <cp:lastModifiedBy>상윤 오</cp:lastModifiedBy>
  <cp:revision>1</cp:revision>
  <dcterms:created xsi:type="dcterms:W3CDTF">2026-03-15T07:04:26Z</dcterms:created>
  <dcterms:modified xsi:type="dcterms:W3CDTF">2026-03-15T14:34:37Z</dcterms:modified>
</cp:coreProperties>
</file>